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Default ContentType="image/jpeg" Extension="jpeg"/>
  <Default ContentType="image/jpeg" Extension="jpg"/>
  <Override ContentType="application/vnd.openxmlformats-package.relationships+xml" PartName="/_rels/.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package.relationships+xml" PartName="/ppt/slides/_rels/slide2.xml.rels"/>
  <Override ContentType="application/vnd.openxmlformats-officedocument.presentationml.slide+xml" PartName="/ppt/slides/slide2.xml"/>
  <Override ContentType="application/vnd.openxmlformats-package.relationships+xml" PartName="/ppt/slides/_rels/slide3.xml.rels"/>
  <Override ContentType="application/vnd.openxmlformats-officedocument.presentationml.slide+xml" PartName="/ppt/slides/slide3.xml"/>
</Types>
</file>

<file path=_rels/.rels><?xml version="1.0" encoding="UTF-8"?>
<Relationships xmlns="http://schemas.openxmlformats.org/package/2006/relationships">
    <Relationship Id="rId1" Type="http://schemas.openxmlformats.org/officedocument/2006/relationships/metadata/core-properties" Target="docProps/core.xml"/>
    <Relationship Id="rId2" Type="http://schemas.openxmlformats.org/officeDocument/2006/relationships/extended-properties" Target="docProps/app.xml"/>
    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  <p:sldId id="258" r:id="rId6"/>
  </p:sldIdLst>
  <p:sldSz cy="5670550" cx="10080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slide" Target="slides/slide2.xml"/><Relationship Id="rId6" Type="http://schemas.openxmlformats.org/officeDocument/2006/relationships/slide" Target="slides/slide3.xml"/></Relationships>
</file>

<file path=ppt/slideLayouts/_rels/slideLayout1.xml.rels><?xml version="1.0" encoding="UTF-8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E6212A-CA58-4972-890E-DAB52C55CD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
    <Relationship Id="rId1" Type="http://schemas.openxmlformats.org/officeDocument/2006/relationships/theme" Target="../theme/theme1.xml"/>
  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34B1497-0F80-4A0D-ABAA-CAE2B76222C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16312" y="1882775"/>
            <a:ext cx="3048000" cy="1905000"/>
          </a:xfrm>
          <a:prstGeom prst="rect"/>
          <a:noFill/>
          <a:ln>
            <a:noFill/>
          </a:ln>
        </p:spPr>
      </p:pic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516312" y="1882775"/>
            <a:ext cx="3048000" cy="1905000"/>
          </a:xfrm>
          <a:prstGeom prst="rect"/>
          <a:noFill/>
          <a:ln>
            <a:noFill/>
          </a:ln>
        </p:spPr>
      </p:pic>
      <p:pic>
        <p:nvPicPr>
          <p:cNvPr id="10" name="Picture 1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16312" y="1882775"/>
            <a:ext cx="3048000" cy="1905000"/>
          </a:xfrm>
          <a:prstGeom prst="rect"/>
          <a:noFill/>
          <a:ln>
            <a:noFill/>
          </a:ln>
        </p:spPr>
      </p:pic>
    </p:spTree>
  </p:cSld>
  <mc:AlternateContent xmlns:mc="http://schemas.openxmlformats.org/markup-compatibility/2006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GoPPTX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</cp:coreProperties>
</file>